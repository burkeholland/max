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0"/>
            <a:ext cx="11686032" cy="1188720"/>
          </a:xfrm>
          <a:prstGeom prst="rect">
            <a:avLst/>
          </a:prstGeom>
          <a:solidFill>
            <a:srgbClr val="05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1280" y="27432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173736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320040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0" y="4663440"/>
            <a:ext cx="1737360" cy="1280160"/>
          </a:xfrm>
          <a:prstGeom prst="rect">
            <a:avLst/>
          </a:prstGeom>
          <a:solidFill>
            <a:srgbClr val="25252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371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Calibri"/>
              </a:rPr>
              <a:t>Agentic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017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007ACC"/>
                </a:solidFill>
                <a:latin typeface="Calibri"/>
              </a:rPr>
              <a:t>in Visual Studio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CCCC"/>
                </a:solidFill>
                <a:latin typeface="Calibri"/>
              </a:rPr>
              <a:t>MVP Summit 2025  ·  </a:t>
            </a:r>
            <a:r>
              <a:rPr sz="1600" b="1">
                <a:solidFill>
                  <a:srgbClr val="FFFFFF"/>
                </a:solidFill>
                <a:latin typeface="Calibri"/>
              </a:rPr>
              <a:t>Burke Holland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7ACC"/>
                </a:solidFill>
                <a:latin typeface="Calibri"/>
              </a:rPr>
              <a:t>The Agentic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VS Code has crossed a fundamental threshold: AI is no longer a suggestion engine — it's an orchestrator.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749039" cy="438912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Code completion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Inline suggestions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Single-turn Q&amp;A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You write; AI assists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749039" cy="4389120"/>
          </a:xfrm>
          <a:prstGeom prst="rect">
            <a:avLst/>
          </a:prstGeom>
          <a:solidFill>
            <a:srgbClr val="26262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7ACC"/>
                </a:solidFill>
                <a:latin typeface="Calibr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42032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Multi-agent orchestration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Parallel background sessions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Autonomous task completion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AI plans &amp; executes; you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3749039" cy="438912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42032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Ship faster with less context switching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Agents handle grunt work end-to-end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You stay in the high-value decisions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  <a:latin typeface="Calibri"/>
              </a:rPr>
              <a:t>▸  VS Code is the agent's home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1.107  · 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 HQ — one unified view for all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Manage local, background, cloud, and 3rd-party agents from a single sessions pane. See status, progress, and file-change stats at a glance.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Background agents run in isolated Git worktrees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Each background agent gets its own worktree, preventing conflicts when multiple agents modify the same repo simultaneously.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Subagents for parallel task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The main agent delegates subtasks to subagents with their own context windows — keeping the primary session focused and uncluttered.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Delegate: local → background →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'Continue in' lets you plan locally, then hand off to a background or cloud agent for autonomous execution. Context transfers seamlessly.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Org-wide custom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Define agents at the GitHub organization level and share them across every developer without manual file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1.107 – 1.110  ·  Nov 2025 –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Background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Run autonomously while you stay productive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Offload long-running tasks — background agents work in isolated worktrees and auto-commit changes at the end of each turn.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Rich context attachments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Attach selections, symbols, errors, search results, and even images to background agent prompts for more precise, targeted tasks.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Custom agents + slash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Use your own .agent.md files inside background sessions; invoke prompt files, hooks, and skills via slash commands.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Session management: rename, archive, review PRs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Keep track of parallel workstreams — rename sessions, archive completed ones, and view associated pull requests from the sessions 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Context compaction keeps long tasks alive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Background agents automatically compact conversation history when the context window fills up; trigger manually with /compact.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1.109 – 1.112  ·  Jan – 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Message Steering &amp; Request Queueing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Send messages while the agent is still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No more canceling a response to redirect it. The Send button becomes a dropdown when a request is in flight.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Three control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Add to Queue (runs after current turn) · Steer with Message (yields current tool, processes new message) · Stop and Send (cancel + redirect immediately).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Drag-and-drop queue reordering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Multiple queued messages can be reordered by drag-and-drop to change processing priority on the fly.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Available across all agent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Steering and queueing now works in local chat sessions, background (Copilot CLI) sessions, and Claude agent sessions.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Default action is configurable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Set chat.requestQueuing.defaultAction to 'steer' or 'queue' based on your workflow preference.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1.108 – 1.110  ·  Dec 2025 –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Agent Customization: Skills, Hooks &amp; Plugins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 Skills — teach agents new domain tricks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Skills are folders with a SKILL.md file in .github/skills. VS Code loads them on-demand when relevant. Invoke any skill explicitly as a /slash command.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 Hooks — deterministic lifecycle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Run shell commands at PreToolUse, PostToolUse, SessionStart, Stop, SubagentStart, SubagentStop. Enforce policies, run linters, audit tool usage.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 Plugins — installable capability bundles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Install prepackaged bundles of skills + agents + hooks + MCP servers from the Extensions view (@agentPlugins). Supports npm, PyPI, and GitHub repos.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Agent-scoped 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Attach hooks to a specific .agent.md so they only run for that agent, not every chat interaction. Defined in YAML frontmatter.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Monorepo-wide customizations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Enable chat.useCustomizationsInParentRepositories to share copilot-instructions.md, skills, and agents across all packages in a monorepo.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1.108 – 1.112  ·  Dec 2025 – 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MCP — Model Context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MCP as the universal tool plug-in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MCP servers extend what agents can do — databases, APIs, search, custom data. Configured in mcp.json and discovered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MCP server sandboxing (macOS &amp; Linux)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Set sandboxEnabled: true in mcp.json to restrict a local MCP server's file system and network access, reducing supply-chain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Enable/disable without uninstalling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Toggle MCP servers and plugins globally or per-workspace from the Extensions view or Chat Customizations panel — no more install/uninstall cycles.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Automatic plugin &amp; MCP server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Plugins auto-update based on extensions.autoCheckUpdates; npm/PyPI plugins prompt for approval since they run code on your machine.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Improved elicitation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When an MCP server needs more info mid-task, it now uses the same Ask Questions carousel UI for a consistent, user-friendly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1.111 – 1.112  ·  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Autopilot &amp; Agent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Three permission levels — choose your autonomy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Default Approvals: confirms destructive actions · Bypass Approvals: auto-approves all tools · Autopilot: fully autonomous until task_complete is signaled.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Autopilot loops until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The agent stays in control, iterates, retries on errors, auto-responds to questions, and calls task_complete when finished — zero babysitting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Per-session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Pick the autonomy level from the permissions picker in the Chat view. Change it any time mid-session without starting 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Copilot CLI gets full permission parity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Background (Copilot CLI) sessions now support the same Default/Bypass/Autopilot levels as local chat, with Autopilot enabled by default in Insiders.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Security-conscious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First-time Bypass/Autopilot activation shows a warning dialog. Terminal sandboxing adds an extra layer for command execution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011680" cy="384048"/>
          </a:xfrm>
          <a:prstGeom prst="rect">
            <a:avLst/>
          </a:prstGeom>
          <a:solidFill>
            <a:srgbClr val="003A5C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7ACC"/>
                </a:solidFill>
                <a:latin typeface="Calibri"/>
              </a:rPr>
              <a:t>VS Code 1.110 – 1.112  ·  Feb – Mar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7ACC"/>
                </a:solidFill>
                <a:latin typeface="Calibri"/>
              </a:rPr>
              <a:t>Agent Debug &amp;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Agent Debug Panel — real-time session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751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See every chat event in real time: which prompt files, skills, hooks, and tools loaded; token usage; subagent decisions; timing. Replaces the old Diagnostics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Flow chart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Visual hierarchy of events shows the structure and sequence of what happens during a session — great for understanding complex agent orchestrations.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#debugEventsSnapshot context attachment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1363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Attach a snapshot of agent debug events to any chat message to ask the agent why something loaded, what was slow, or why a tool was skipped.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/troubleshoot skill (1.112)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82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Type /troubleshoot in chat with a description and the skill analyzes JSONL debug logs to explain slow responses, missing instructions, or network issues.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96128"/>
            <a:ext cx="731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22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Export/import debug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CCCC"/>
                </a:solidFill>
                <a:latin typeface="Calibri"/>
              </a:rPr>
              <a:t>Share debug logs with teammates or analyze offline. Logs are exported as JSONL files and can be re-imported into the Agent Debug panel.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7ACC"/>
                </a:solidFill>
                <a:latin typeface="Calibri"/>
              </a:rPr>
              <a:t>What's Next  —  Emerging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Segoe UI Emoji"/>
              </a:rPr>
              <a:t>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Agentic workflows are becoming first-class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alibri"/>
              </a:rPr>
              <a:t>From background agents to Autopilot, the trajectory is clear: agents that run for hours without interruption are the goal, not the exception.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22576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Segoe UI Emoji"/>
              </a:rPr>
              <a:t>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MCP is the universal extension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alibri"/>
              </a:rPr>
              <a:t>Every tool, database, or service will expose an MCP server. Agents that can reach any tool are exponentially more capable than those that can't.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107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Segoe UI Emoji"/>
              </a:rPr>
              <a:t>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92424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Customization is the new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39896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alibri"/>
              </a:rPr>
              <a:t>Skills, hooks, plugins, and custom agents let you encode your team's standards into the AI — turning best practices into automated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9884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Segoe UI Emoj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Observability is catching up with autonomy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alibri"/>
              </a:rPr>
              <a:t>The Agent Debug panel, /troubleshoot, and exportable logs signal that 'why did the agent do that?' is becoming as important as 'what did it do?'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586983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Segoe UI Emoji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686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The IDE becomes the agent's 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16168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alibri"/>
              </a:rPr>
              <a:t>Integrated browser, browser tools for agents, terminal sandboxing, worktrees — VS Code is becoming the runtime environment for autonomous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7ACC"/>
                </a:solidFill>
                <a:latin typeface="Calibri"/>
              </a:rPr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Release Notes (all versions)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1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Agents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347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https://code.visualstudio.com/docs/copilot/agents/overview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Background Agents (Copilot CLI)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931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https://code.visualstudio.com/docs/copilot/agents/copilot-cli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Agent Customization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4515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https://code.visualstudio.com/docs/copilot/customization/overview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MCP in 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509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https://code.visualstudio.com/docs/copilot/chat/mcp-servers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Agent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27631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https://code.visualstudio.com/docs/copilot/customization/agent-skills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Agent 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3347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https://code.visualstudio.com/docs/copilot/customization/hooks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Agent Debug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3931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https://code.visualstudio.com/docs/copilot/chat/chat-debug-view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80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Message Steering &amp; Queueing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4515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E9ECC"/>
                </a:solidFill>
                <a:latin typeface="Calibri"/>
              </a:rPr>
              <a:t>https://code.visualstudio.com/docs/copilot/chat/chat-sessions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999999"/>
                </a:solidFill>
                <a:latin typeface="Calibri"/>
              </a:rPr>
              <a:t>code.visualstudio.com/updates  ·  @burkeholland  ·  MVP Summit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